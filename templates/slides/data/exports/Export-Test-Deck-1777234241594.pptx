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434839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095096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Test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96651" y="4385117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all export formats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41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7273"/>
              </a:lnSpc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396651" y="1541417"/>
            <a:ext cx="9395651" cy="766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96651" y="2826359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●First bullet point with some 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96651" y="3280928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●Second bullet point here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768765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429023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Test Deck</dc:title>
  <dc:subject>PptxGenJS Presentation</dc:subject>
  <dc:creator>Agent Native Slides</dc:creator>
  <cp:lastModifiedBy>Agent Native Slides</cp:lastModifiedBy>
  <cp:revision>1</cp:revision>
  <dcterms:created xsi:type="dcterms:W3CDTF">2026-04-26T20:10:41Z</dcterms:created>
  <dcterms:modified xsi:type="dcterms:W3CDTF">2026-04-26T20:10:41Z</dcterms:modified>
</cp:coreProperties>
</file>