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2434839"/>
            <a:ext cx="9395651" cy="446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96651" y="3095096"/>
            <a:ext cx="9395651" cy="10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417"/>
              </a:lnSpc>
              <a:buNone/>
            </a:pPr>
            <a:r>
              <a:rPr lang="en-US" sz="48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Test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96651" y="4385117"/>
            <a:ext cx="9395651" cy="546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 all export formats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1015746"/>
            <a:ext cx="9395651" cy="41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7273"/>
              </a:lnSpc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396651" y="1541417"/>
            <a:ext cx="9395651" cy="7669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96651" y="2826359"/>
            <a:ext cx="9395651" cy="546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●First bullet point with some text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96651" y="3280928"/>
            <a:ext cx="9395651" cy="546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●Second bullet point here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2768765"/>
            <a:ext cx="9395651" cy="446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96651" y="3429023"/>
            <a:ext cx="9395651" cy="10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417"/>
              </a:lnSpc>
              <a:buNone/>
            </a:pPr>
            <a:r>
              <a:rPr lang="en-US" sz="48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Test Deck</dc:title>
  <dc:subject>PptxGenJS Presentation</dc:subject>
  <dc:creator>Agent Native Slides</dc:creator>
  <cp:lastModifiedBy>Agent Native Slides</cp:lastModifiedBy>
  <cp:revision>1</cp:revision>
  <dcterms:created xsi:type="dcterms:W3CDTF">2026-04-26T20:10:39Z</dcterms:created>
  <dcterms:modified xsi:type="dcterms:W3CDTF">2026-04-26T20:10:39Z</dcterms:modified>
</cp:coreProperties>
</file>