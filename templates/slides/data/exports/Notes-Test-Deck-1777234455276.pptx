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6651" y="2900812"/>
            <a:ext cx="9395651" cy="1239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Slide 1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6651" y="1015746"/>
            <a:ext cx="9395651" cy="8431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Slide 2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Notes Test Deck</dc:title>
  <dc:subject>PptxGenJS Presentation</dc:subject>
  <dc:creator>Agent Native Slides</dc:creator>
  <cp:lastModifiedBy>Agent Native Slides</cp:lastModifiedBy>
  <cp:revision>1</cp:revision>
  <dcterms:created xsi:type="dcterms:W3CDTF">2026-04-26T20:14:15Z</dcterms:created>
  <dcterms:modified xsi:type="dcterms:W3CDTF">2026-04-26T20:14:15Z</dcterms:modified>
</cp:coreProperties>
</file>